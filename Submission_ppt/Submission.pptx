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b44e625170_1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b44e625170_1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922165868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922165868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9221658681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9221658681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9221658681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9221658681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9221658681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9221658681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9221658681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9221658681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9221658681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9221658681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9221658681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9221658681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9221658681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9221658681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9221658681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9221658681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b44e625170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b44e625170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b44e625170_1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b44e625170_1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ide 1 — Title Slide (Final, Intel-safe)&#10;Searchable Knowledge Base (SKB)&#10;&#10;A Semantic and Multimodal Document Retrieval System&#10;&#10;&lt;br&gt;&#10;&#10;Project Report&#10;&#10;&lt;br&gt;&#10;&#10;Submitted to&#10;Intel Corporation&#10;&#10;&lt;br&gt;&#10;&#10;Submitted by&#10;Vigneshkumar S&#10;Syedha Sulthani Beevi S&#10;Jaya Sree J&#10;&#10;&lt;br&gt;&#10;&#10;Sri Shakthi Institute of Engineering and Technology&#10;Intel Industrial Program&#10;&#10;&lt;br&gt;&#10;&#10;5 January 2026&#10;&#10;🎯 Why this is the correct choice&#10;&#10;Matches the report cover page exactly ✔&#10;&#10;No extra context before the problem ✔&#10;&#10;No clutter ✔&#10;&#10;No repetition of Problem Statement here ✔&#10;&#10;Intel reviewers expect the first slide to orient, not explain.&#10;&#10;🚫 What NOT to put on Slide 1&#10;&#10;Do not include:&#10;&#10;❌ Problem statement text&#10;&#10;❌ Objectives&#10;&#10;❌ Architecture&#10;&#10;❌ Any bullets&#10;&#10;❌ Logos (unless explicitly asked)&#10;&#10;Slide 1 is identity, not content.&#10;&#10;🧱 How the slide should LOOK&#10;&#10;Center aligned&#10;&#10;White background&#10;&#10;Same font as rest of deck&#10;&#10;No graphics&#10;&#10;No animations&#10;&#10;Think: formal internal presentation cover."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9936"/>
            <a:ext cx="9143544" cy="51075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otivation&#10;&#10;Why This Problem Matters&#10;&#10;Large enterprise document collections lead to poor information discoverability&#10;&#10;Manual document search reduces productivity and increases retrieval time&#10;&#10;Existing solutions lack integrated semantic and multimodal retrieval capabilities&#10;&#10;Enterprise environments require modular systems that support local deployment" id="64" name="Google Shape;6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ide 4 — Solution Overview&#10;Proposed Solution: Searchable Knowledge Base (SKB)&#10;&#10;Final Bullet Content (paste-ready):&#10;&#10;Semantic ingestion of enterprise PDF documents&#10;&#10;Multimodal extraction of textual and visual content&#10;&#10;Vector-based indexing for semantic retrieval&#10;&#10;Conversational query interface for contextual access&#10;&#10;🧱 How the slide should LOOK (important)&#10;✅ Layout (recommended)&#10;&#10;Left side (60%) — Text&#10;&#10;Title at top&#10;&#10;Subtitle below&#10;&#10;4 bullets, left-aligned&#10;&#10;No sub-bullets&#10;&#10;Right side (40%) — Visual&#10;&#10;Simple, single conceptual graphic:&#10;&#10;PDFs → processing → search/chat&#10;&#10;Or reuse a simplified version of your architecture diagram&#10;(do NOT show full architecture yet)&#10;&#10;📌 Think conceptual, not detailed.&#10;&#10;❌ What NOT to do on this slide&#10;&#10;❌ No pipeline steps (that’s Slide 6)&#10;&#10;❌ No technology names&#10;&#10;❌ No performance claims&#10;&#10;❌ No boxes-with-arrows overload&#10;&#10;This slide answers “WHAT”, not “HOW”.&#10;&#10;🎨 Style guidance (Intel-safe)&#10;&#10;White background&#10;&#10;Same font as other slides&#10;&#10;Neutral icon colors (gray / muted accent)&#10;&#10;Avoid gradients or shadows&#10;&#10;If you use icons:&#10;&#10;Use one style only&#10;&#10;Same size&#10;&#10;Low contrast" id="69" name="Google Shape;6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ide 5 — System Overview&#10;High-Level System Architecture&#10;&#10;Final Bullet Content (paste-ready):&#10;&#10;Document ingestion and registration&#10;&#10;Content processing and extraction&#10;&#10;Semantic indexing of processed content&#10;&#10;Query handling and response generation&#10;&#10;That’s it. No more bullets than this.&#10;&#10;🧱 How the slide should LOOK (this matters)&#10;✅ Recommended Layout&#10;&#10;Top (full width):&#10;&#10;Slide title: System Overview&#10;&#10;Subtitle: High-Level System Architecture&#10;&#10;Center (dominant):&#10;&#10;✅ Architecture diagram from the report&#10;&#10;This should take ~65–70% of the slide&#10;&#10;Bottom or Right (secondary):&#10;&#10;The 4 bullets&#10;&#10;Smaller font than the diagram labels&#10;&#10;📌 The diagram is the hero here.&#10;The bullets are just a reading guide.&#10;&#10;🎯 Diagram rules (non-negotiable)&#10;&#10;✔ Use the same diagram as the report&#10;&#10;✔ Same labels, same structure&#10;&#10;❌ Do NOT redraw&#10;&#10;❌ Do NOT simplify differently&#10;&#10;❌ Do NOT add new arrows&#10;&#10;Intel reviewers subconsciously check:&#10;&#10;“Does the PPT match the report?”&#10;&#10;You pass that check by reusing the diagram.&#10;&#10;❌ What NOT to add on this slide&#10;&#10;❌ Technology names&#10;&#10;❌ Performance metrics&#10;&#10;❌ Data flow steps (that’s next slide)&#10;&#10;❌ Explanations of each box&#10;&#10;If you explain the diagram here, you’ll steal clarity from Slides 6–8." id="74" name="Google Shape;7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9936"/>
            <a:ext cx="9143544" cy="51075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9936"/>
            <a:ext cx="9143544" cy="51075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ide 8 — Implementation Highlights&#10;Implementation Overview&#10;&#10;Final Bullet Content (paste-ready):&#10;&#10;Modular implementation aligned with architectural components&#10;&#10;Configurable indexing and model selection through centralized configuration&#10;&#10;Persistent storage of document metadata and processing state&#10;&#10;API-driven interaction for document ingestion and query handling&#10;&#10;This wording is slightly tighter and more “engineering-review” sounding than the raw bullets.&#10;&#10;🧱 How the slide should LOOK&#10;✅ Recommended Layout&#10;&#10;Left side (55–60%) — Text&#10;&#10;Title&#10;&#10;Subtitle&#10;&#10;4 bullets (no sub-bullets, no icons per bullet)&#10;&#10;Right side (40–45%) — Minimal visual&#10;Choose one:&#10;&#10;A very simple block diagram (API → Core → Storage)&#10;&#10;Or a subtle icon set (API / Config / Storage / Modules)&#10;&#10;📌 Keep it less visually dense than Slides 5 &amp; 6.&#10;&#10;🎯 What this slide communicates (implicitly)&#10;&#10;Without saying it out loud, this slide tells Intel:&#10;&#10;“We didn’t hardcode things.”&#10;&#10;“This isn’t a demo glued together.”&#10;&#10;“This system can be extended or modified.”&#10;&#10;That’s exactly the confidence you want here.&#10;&#10;🚫 What NOT to add (important)&#10;&#10;❌ No library or framework names&#10;&#10;❌ No performance claims&#10;&#10;❌ No class/module names&#10;&#10;❌ No code snippets&#10;&#10;Those either belong in the report or are unnecessary for a 12-slide deck." id="89" name="Google Shape;8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ide 9 — Performance &amp; Optimizations&#10;Performance Considerations&#10;&#10;Final Bullet Content (paste-ready):&#10;&#10;Key performance bottlenecks identified during system evaluation&#10;&#10;Targeted optimizations implemented to improve robustness and efficiency&#10;&#10;Additional performance enhancements documented for future iterations&#10;&#10;Design decisions guided by scalability and long-term maintainability&#10;&#10;This keeps it honest, measured, and aligned with the report.&#10;&#10;🧱 How the slide should LOOK&#10;✅ Recommended Layout&#10;&#10;Left side (60%) — Text&#10;&#10;Title&#10;&#10;Subtitle&#10;&#10;4 bullets (as above)&#10;&#10;Right side (40%) — Simple visual&#10;Choose ONE:&#10;&#10;A minimal checklist-style graphic (Identify → Optimize → Plan)&#10;&#10;Or a simple stacked text box:&#10;&#10;Bottlenecks&#10;&#10;Fixes&#10;&#10;Future work&#10;&#10;📌 This slide should feel analytical, not visual-heavy.&#10;&#10;🎯 What this slide communicates (implicitly)&#10;&#10;To an Intel reviewer, this slide says:&#10;&#10;“We measured and observed.”&#10;&#10;“We didn’t pretend everything was perfect.”&#10;&#10;“We know what to fix next.”&#10;&#10;That’s engineering maturity, not weakness.&#10;&#10;🚫 What NOT to add&#10;&#10;❌ Numbers without context&#10;&#10;❌ Performance graphs&#10;&#10;❌ Claims like “fast” or “optimized”&#10;&#10;❌ Detailed explanations&#10;&#10;You already covered details in the report." id="94" name="Google Shape;9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22"/>
          <p:cNvPicPr preferRelativeResize="0"/>
          <p:nvPr/>
        </p:nvPicPr>
        <p:blipFill rotWithShape="1">
          <a:blip r:embed="rId3">
            <a:alphaModFix/>
          </a:blip>
          <a:srcRect b="1587" l="0" r="0" t="1587"/>
          <a:stretch/>
        </p:blipFill>
        <p:spPr>
          <a:xfrm>
            <a:off x="225" y="20061"/>
            <a:ext cx="9143544" cy="51007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9936"/>
            <a:ext cx="9143544" cy="51075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ide 12 — Conclusion&#10;Conclusion&#10;&#10;Final Bullet Content (paste-ready):&#10;&#10;Addressed the challenge of enterprise PDF search and knowledge access&#10;&#10;Designed and implemented a semantic, multimodal retrieval system&#10;&#10;Emphasized modular, extensible, and configurable system design&#10;&#10;Established a strong foundation for future production evolution&#10;&#10;This wording mirrors the report and avoids hype completely.&#10;&#10;🧱 How the slide should LOOK&#10;✅ Recommended Layout&#10;&#10;Center-left alignment (don’t stretch full width)&#10;&#10;No visuals or diagrams&#10;&#10;White background&#10;&#10;Same font size as other slides&#10;&#10;📌 This slide should feel quiet and confident.&#10;&#10;🚫 What NOT to add&#10;&#10;❌ No “Thank you”&#10;&#10;❌ No Q&amp;A slide&#10;&#10;❌ No logos&#10;&#10;❌ No next steps here&#10;&#10;You already covered future work." id="109" name="Google Shape;109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